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2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1"/>
    <p:restoredTop sz="96327"/>
  </p:normalViewPr>
  <p:slideViewPr>
    <p:cSldViewPr snapToGrid="0">
      <p:cViewPr varScale="1">
        <p:scale>
          <a:sx n="95" d="100"/>
          <a:sy n="95" d="100"/>
        </p:scale>
        <p:origin x="17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77449-7B21-BF7A-CBDC-D9FD8F50CF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2944CA-21E2-3582-1051-582C33E1D9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B635FC-B9B2-4C2D-0D3B-8160A5D817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CBF5E9-7503-1F39-1B8B-B082E065B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DCDB69-9D9D-BB58-39E2-4650814E7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2471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60F-CF57-15E3-CAF6-39EC76BA09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E2CFD9-F951-C603-3AF0-03603B824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27B4DC-1DFF-328B-A11A-EB8322CA7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E02036-1217-AB32-4D55-D40D518215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819078-EF61-D1D7-3ADA-212AE4EB2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9529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6A937-3686-5E96-7D92-1EB80A255D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80479C-4B2A-A342-75E2-4426F0061A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867926-81B2-EFF9-445D-A3716E557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1447A0-3443-D3F4-FF60-1A7C519EA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74B1E-7BFD-3853-F9A1-643D33ACC4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9699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FD406F-2FF9-1969-90A3-DBC515683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7CCA31-E5DB-98E1-7D17-96463380A0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214E80-E210-1EF0-A0D9-1E5DBC167F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068546-D5A5-45F3-962A-C7B3A2D60F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2AE3D8-AB41-22CB-C9AA-1B757789B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7CE35-F774-FD37-8A9C-C5D360FAFD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7596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12F98-6796-52CD-9561-365FC4A9F5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7F9C39-1234-3489-7CC6-448BC254D4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03667A-575E-2CAD-1C0B-09188B5DC9A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C4FEE13-2C5D-6978-F677-ACE0F2DFC6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047B5-53E5-EE59-8F5A-056AA6F3FD7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457B28-1EA1-EB36-3F75-FCACEF365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9CFB63-06C3-9659-421A-1B4BADE458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A2EDBA-5FFC-9EA5-4717-01B589CB2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869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397D4-4634-DE72-542D-731C30DC18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040D20D-4260-1811-B920-82E043A5A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313B61-0921-F09E-4A4C-F255C3149E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1843075-9657-F5A1-BE13-A9907A136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5836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4D7DF-3778-18ED-CF69-73D401E9DC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2AFF441-464A-CC9B-4AE5-80471BD260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08A515B-E22B-F756-0A5C-0304AAB83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8749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50BC06-E0D1-25D4-C9E4-FC8261711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74182-0F01-041F-5AC2-6E7139EC44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7DC439-B563-CDE9-9546-2290523C85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C5ECED-4FF2-49DB-1BB5-F5467E43B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87E81F3-4E4F-C873-C69C-7F471F8E99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B866144-A6B8-60FB-CE81-D2152F0E19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9418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31E21E-DC8E-4F9F-8023-EBA14E82BC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7C85EB9-EE46-12F7-EF94-865FF3B8B9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B945E5-DC4F-5BFB-DA9D-07C9738BE9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5ADA9AB-A6EC-C9AE-E7BB-BAC1725EA9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DED68D-7140-B2D4-5F50-26C76A37D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D0E0183-3541-48E4-9927-D6C3AE4C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030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804940-D1C8-A88C-D0F8-1CD1E87C26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5610AC-11E3-B1B1-CB15-3C0938542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59720-86F4-9F37-B3F3-56037DE880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5EEC3C-6656-5CE6-5C4C-0D2FEAA5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AC5042-1CF8-9ADB-AE07-019DC365C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878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1827BFD-26E4-5A5E-EF71-D7636FF371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7112FD-8F55-3D24-A965-6AD7D068CA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380F3D-5033-9936-E059-9DA68801A7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C2403F-D9F4-C65E-DBC8-B14C3C46A1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092090-DB8F-DF56-5951-CC8A1A895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18092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53B0421-C7D3-B755-E730-8B5C02693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777B22-9E7F-CBC9-CC72-0EE556F1C2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D3569C-EBB5-A6CB-2A3E-526CF4F307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00E826E-1209-4F4D-8342-C5E1DD1C5B3B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560431-B2E5-55A0-7776-D5D2B668D6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D9CF91-3715-FFDB-E129-721A89C857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4A8B47-A24E-A848-BD46-2A926D9067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827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lowchart: Connector 6">
            <a:extLst>
              <a:ext uri="{FF2B5EF4-FFF2-40B4-BE49-F238E27FC236}">
                <a16:creationId xmlns:a16="http://schemas.microsoft.com/office/drawing/2014/main" id="{226503EC-0E13-2F16-5826-503CC1779F7E}"/>
              </a:ext>
            </a:extLst>
          </p:cNvPr>
          <p:cNvSpPr/>
          <p:nvPr/>
        </p:nvSpPr>
        <p:spPr>
          <a:xfrm>
            <a:off x="3878928" y="290756"/>
            <a:ext cx="403225" cy="299725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Flowchart: Connector 7">
            <a:extLst>
              <a:ext uri="{FF2B5EF4-FFF2-40B4-BE49-F238E27FC236}">
                <a16:creationId xmlns:a16="http://schemas.microsoft.com/office/drawing/2014/main" id="{08C8ECCB-63EF-7236-B533-AC7DE568492D}"/>
              </a:ext>
            </a:extLst>
          </p:cNvPr>
          <p:cNvSpPr/>
          <p:nvPr/>
        </p:nvSpPr>
        <p:spPr>
          <a:xfrm>
            <a:off x="5009885" y="923745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B4EA663-4F3D-D83F-9234-7618A4B79BC9}"/>
              </a:ext>
            </a:extLst>
          </p:cNvPr>
          <p:cNvCxnSpPr>
            <a:cxnSpLocks/>
            <a:stCxn id="7" idx="5"/>
            <a:endCxn id="8" idx="1"/>
          </p:cNvCxnSpPr>
          <p:nvPr/>
        </p:nvCxnSpPr>
        <p:spPr>
          <a:xfrm>
            <a:off x="4223101" y="546586"/>
            <a:ext cx="845834" cy="42179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Flowchart: Connector 9">
            <a:extLst>
              <a:ext uri="{FF2B5EF4-FFF2-40B4-BE49-F238E27FC236}">
                <a16:creationId xmlns:a16="http://schemas.microsoft.com/office/drawing/2014/main" id="{9632D426-7D63-E60A-1A81-8040B4CF2B66}"/>
              </a:ext>
            </a:extLst>
          </p:cNvPr>
          <p:cNvSpPr/>
          <p:nvPr/>
        </p:nvSpPr>
        <p:spPr>
          <a:xfrm>
            <a:off x="3244876" y="917304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C61116F-F177-08F3-AE4C-D797DE0D2D48}"/>
              </a:ext>
            </a:extLst>
          </p:cNvPr>
          <p:cNvCxnSpPr>
            <a:cxnSpLocks/>
            <a:stCxn id="7" idx="3"/>
            <a:endCxn id="10" idx="7"/>
          </p:cNvCxnSpPr>
          <p:nvPr/>
        </p:nvCxnSpPr>
        <p:spPr>
          <a:xfrm flipH="1">
            <a:off x="3589050" y="546587"/>
            <a:ext cx="348929" cy="415355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0D140127-887D-EA97-3949-796685F7FCA2}"/>
              </a:ext>
            </a:extLst>
          </p:cNvPr>
          <p:cNvSpPr txBox="1"/>
          <p:nvPr/>
        </p:nvSpPr>
        <p:spPr>
          <a:xfrm>
            <a:off x="3287756" y="873383"/>
            <a:ext cx="250032" cy="3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3CA57A-740A-60AB-FA12-45139BEE4E4A}"/>
              </a:ext>
            </a:extLst>
          </p:cNvPr>
          <p:cNvSpPr txBox="1"/>
          <p:nvPr/>
        </p:nvSpPr>
        <p:spPr>
          <a:xfrm>
            <a:off x="5054177" y="873383"/>
            <a:ext cx="250032" cy="3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</a:t>
            </a:r>
          </a:p>
        </p:txBody>
      </p:sp>
      <p:sp>
        <p:nvSpPr>
          <p:cNvPr id="16" name="Flowchart: Connector 15">
            <a:extLst>
              <a:ext uri="{FF2B5EF4-FFF2-40B4-BE49-F238E27FC236}">
                <a16:creationId xmlns:a16="http://schemas.microsoft.com/office/drawing/2014/main" id="{07A7FD9D-B4DF-41FD-531C-2DB1AFFF918B}"/>
              </a:ext>
            </a:extLst>
          </p:cNvPr>
          <p:cNvSpPr/>
          <p:nvPr/>
        </p:nvSpPr>
        <p:spPr>
          <a:xfrm>
            <a:off x="3703918" y="1611389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EC7F3A-D6A0-523C-6FCE-3E95F7B50B5B}"/>
              </a:ext>
            </a:extLst>
          </p:cNvPr>
          <p:cNvSpPr txBox="1"/>
          <p:nvPr/>
        </p:nvSpPr>
        <p:spPr>
          <a:xfrm>
            <a:off x="3746798" y="1567468"/>
            <a:ext cx="250032" cy="3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sp>
        <p:nvSpPr>
          <p:cNvPr id="18" name="Flowchart: Connector 17">
            <a:extLst>
              <a:ext uri="{FF2B5EF4-FFF2-40B4-BE49-F238E27FC236}">
                <a16:creationId xmlns:a16="http://schemas.microsoft.com/office/drawing/2014/main" id="{0A1C4619-1782-31A0-19F3-2B8E3C13FF52}"/>
              </a:ext>
            </a:extLst>
          </p:cNvPr>
          <p:cNvSpPr/>
          <p:nvPr/>
        </p:nvSpPr>
        <p:spPr>
          <a:xfrm>
            <a:off x="4503147" y="1581260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8A2329A-0050-FC0E-108A-9827C16FC7EE}"/>
              </a:ext>
            </a:extLst>
          </p:cNvPr>
          <p:cNvSpPr txBox="1"/>
          <p:nvPr/>
        </p:nvSpPr>
        <p:spPr>
          <a:xfrm>
            <a:off x="4546027" y="1537339"/>
            <a:ext cx="250032" cy="3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</a:t>
            </a:r>
          </a:p>
        </p:txBody>
      </p:sp>
      <p:sp>
        <p:nvSpPr>
          <p:cNvPr id="20" name="Flowchart: Connector 19">
            <a:extLst>
              <a:ext uri="{FF2B5EF4-FFF2-40B4-BE49-F238E27FC236}">
                <a16:creationId xmlns:a16="http://schemas.microsoft.com/office/drawing/2014/main" id="{02F58B49-1AA0-0695-8611-CB6E122F57A7}"/>
              </a:ext>
            </a:extLst>
          </p:cNvPr>
          <p:cNvSpPr/>
          <p:nvPr/>
        </p:nvSpPr>
        <p:spPr>
          <a:xfrm>
            <a:off x="5449570" y="1552651"/>
            <a:ext cx="509888" cy="389997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383DB06-B78E-EE7A-E255-3247D8D1C750}"/>
              </a:ext>
            </a:extLst>
          </p:cNvPr>
          <p:cNvSpPr txBox="1"/>
          <p:nvPr/>
        </p:nvSpPr>
        <p:spPr>
          <a:xfrm>
            <a:off x="5493949" y="1514396"/>
            <a:ext cx="250032" cy="3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</a:t>
            </a:r>
          </a:p>
        </p:txBody>
      </p:sp>
      <p:sp>
        <p:nvSpPr>
          <p:cNvPr id="24" name="Flowchart: Connector 23">
            <a:extLst>
              <a:ext uri="{FF2B5EF4-FFF2-40B4-BE49-F238E27FC236}">
                <a16:creationId xmlns:a16="http://schemas.microsoft.com/office/drawing/2014/main" id="{7BA73E59-AFAB-B5E5-10DE-968D0FA94060}"/>
              </a:ext>
            </a:extLst>
          </p:cNvPr>
          <p:cNvSpPr/>
          <p:nvPr/>
        </p:nvSpPr>
        <p:spPr>
          <a:xfrm>
            <a:off x="3866153" y="2497762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G</a:t>
            </a:r>
          </a:p>
        </p:txBody>
      </p:sp>
      <p:sp>
        <p:nvSpPr>
          <p:cNvPr id="26" name="Flowchart: Connector 25">
            <a:extLst>
              <a:ext uri="{FF2B5EF4-FFF2-40B4-BE49-F238E27FC236}">
                <a16:creationId xmlns:a16="http://schemas.microsoft.com/office/drawing/2014/main" id="{8C6EC0AC-425A-6EBD-C437-23B7CCD1A225}"/>
              </a:ext>
            </a:extLst>
          </p:cNvPr>
          <p:cNvSpPr/>
          <p:nvPr/>
        </p:nvSpPr>
        <p:spPr>
          <a:xfrm>
            <a:off x="5057905" y="2551236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H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9A89938-79EE-BD54-9C93-46705128F0F3}"/>
              </a:ext>
            </a:extLst>
          </p:cNvPr>
          <p:cNvSpPr txBox="1"/>
          <p:nvPr/>
        </p:nvSpPr>
        <p:spPr>
          <a:xfrm>
            <a:off x="1333017" y="3925018"/>
            <a:ext cx="9256723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Find Out the </a:t>
            </a:r>
            <a:r>
              <a:rPr lang="en-US" dirty="0" err="1"/>
              <a:t>InOrder</a:t>
            </a:r>
            <a:r>
              <a:rPr lang="en-US" dirty="0"/>
              <a:t>, </a:t>
            </a:r>
            <a:r>
              <a:rPr lang="en-US" dirty="0" err="1"/>
              <a:t>PreOrder</a:t>
            </a:r>
            <a:r>
              <a:rPr lang="en-US" dirty="0"/>
              <a:t> &amp; </a:t>
            </a:r>
            <a:r>
              <a:rPr lang="en-US" dirty="0" err="1"/>
              <a:t>PostOrder</a:t>
            </a:r>
            <a:r>
              <a:rPr lang="en-US" dirty="0"/>
              <a:t> traversal for the above binary Tree </a:t>
            </a:r>
          </a:p>
          <a:p>
            <a:endParaRPr lang="en-US" dirty="0"/>
          </a:p>
          <a:p>
            <a:r>
              <a:rPr lang="en-US" dirty="0" err="1"/>
              <a:t>InOrder</a:t>
            </a:r>
            <a:r>
              <a:rPr lang="en-US" dirty="0"/>
              <a:t>: B, D, A, G, E, C, H, F, I</a:t>
            </a:r>
          </a:p>
          <a:p>
            <a:endParaRPr lang="en-US" dirty="0"/>
          </a:p>
          <a:p>
            <a:r>
              <a:rPr lang="en-US" dirty="0" err="1"/>
              <a:t>PreOrder</a:t>
            </a:r>
            <a:r>
              <a:rPr lang="en-US" dirty="0"/>
              <a:t>: A, B, D, C, E, G, F, H, I</a:t>
            </a:r>
          </a:p>
          <a:p>
            <a:endParaRPr lang="en-US" dirty="0"/>
          </a:p>
          <a:p>
            <a:r>
              <a:rPr lang="en-US" dirty="0"/>
              <a:t>Post Order</a:t>
            </a:r>
            <a:r>
              <a:rPr lang="en-US"/>
              <a:t>: D, B, G, E, H, I, F, C, A</a:t>
            </a:r>
            <a:endParaRPr lang="en-US" dirty="0"/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1D7A24E-F50D-8EBD-434D-72703F806CC3}"/>
              </a:ext>
            </a:extLst>
          </p:cNvPr>
          <p:cNvCxnSpPr>
            <a:cxnSpLocks/>
          </p:cNvCxnSpPr>
          <p:nvPr/>
        </p:nvCxnSpPr>
        <p:spPr>
          <a:xfrm flipH="1">
            <a:off x="4165244" y="1856696"/>
            <a:ext cx="407955" cy="638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BA8A65BD-0CA8-16FD-EACB-E42559B1EDCD}"/>
              </a:ext>
            </a:extLst>
          </p:cNvPr>
          <p:cNvCxnSpPr>
            <a:cxnSpLocks/>
            <a:endCxn id="18" idx="7"/>
          </p:cNvCxnSpPr>
          <p:nvPr/>
        </p:nvCxnSpPr>
        <p:spPr>
          <a:xfrm flipH="1">
            <a:off x="4847321" y="1199181"/>
            <a:ext cx="252963" cy="42671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0F3185AF-8AD0-BDC4-A857-46F9CE362681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539520" y="1198802"/>
            <a:ext cx="223448" cy="45722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8ECC334-E054-093C-6AAF-C6545CF233D4}"/>
              </a:ext>
            </a:extLst>
          </p:cNvPr>
          <p:cNvCxnSpPr>
            <a:cxnSpLocks/>
            <a:stCxn id="8" idx="5"/>
          </p:cNvCxnSpPr>
          <p:nvPr/>
        </p:nvCxnSpPr>
        <p:spPr>
          <a:xfrm>
            <a:off x="5354059" y="1183908"/>
            <a:ext cx="264907" cy="35456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0EF0714-F543-E1D6-9D12-021EDAA9F554}"/>
              </a:ext>
            </a:extLst>
          </p:cNvPr>
          <p:cNvCxnSpPr>
            <a:cxnSpLocks/>
          </p:cNvCxnSpPr>
          <p:nvPr/>
        </p:nvCxnSpPr>
        <p:spPr>
          <a:xfrm flipH="1">
            <a:off x="5292336" y="1895708"/>
            <a:ext cx="289558" cy="638571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82F394E-73A1-B133-55BF-E2054CEF8BFF}"/>
              </a:ext>
            </a:extLst>
          </p:cNvPr>
          <p:cNvSpPr txBox="1"/>
          <p:nvPr/>
        </p:nvSpPr>
        <p:spPr>
          <a:xfrm>
            <a:off x="3946022" y="250471"/>
            <a:ext cx="250032" cy="381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</a:t>
            </a:r>
          </a:p>
        </p:txBody>
      </p:sp>
      <p:sp>
        <p:nvSpPr>
          <p:cNvPr id="68" name="Flowchart: Connector 67">
            <a:extLst>
              <a:ext uri="{FF2B5EF4-FFF2-40B4-BE49-F238E27FC236}">
                <a16:creationId xmlns:a16="http://schemas.microsoft.com/office/drawing/2014/main" id="{9DB28A7D-E5D4-4A38-7DF6-2A73D8015CB4}"/>
              </a:ext>
            </a:extLst>
          </p:cNvPr>
          <p:cNvSpPr/>
          <p:nvPr/>
        </p:nvSpPr>
        <p:spPr>
          <a:xfrm>
            <a:off x="5928477" y="2567220"/>
            <a:ext cx="403225" cy="304800"/>
          </a:xfrm>
          <a:prstGeom prst="flowChartConnector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</a:t>
            </a:r>
          </a:p>
        </p:txBody>
      </p:sp>
      <p:cxnSp>
        <p:nvCxnSpPr>
          <p:cNvPr id="76" name="Straight Connector 75">
            <a:extLst>
              <a:ext uri="{FF2B5EF4-FFF2-40B4-BE49-F238E27FC236}">
                <a16:creationId xmlns:a16="http://schemas.microsoft.com/office/drawing/2014/main" id="{20A5B440-BAB5-29A2-1BFF-891314A5748F}"/>
              </a:ext>
            </a:extLst>
          </p:cNvPr>
          <p:cNvCxnSpPr>
            <a:cxnSpLocks/>
          </p:cNvCxnSpPr>
          <p:nvPr/>
        </p:nvCxnSpPr>
        <p:spPr>
          <a:xfrm>
            <a:off x="5881771" y="1871984"/>
            <a:ext cx="230251" cy="695236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449999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81</Words>
  <Application>Microsoft Office PowerPoint</Application>
  <PresentationFormat>Widescreen</PresentationFormat>
  <Paragraphs>16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Robin Ghosh</dc:creator>
  <cp:lastModifiedBy>Riley Tuttle</cp:lastModifiedBy>
  <cp:revision>2</cp:revision>
  <dcterms:created xsi:type="dcterms:W3CDTF">2023-11-09T18:31:51Z</dcterms:created>
  <dcterms:modified xsi:type="dcterms:W3CDTF">2026-04-07T17:22:37Z</dcterms:modified>
</cp:coreProperties>
</file>